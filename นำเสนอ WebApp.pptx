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ภาพนิ่งชื่อเรื่อ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สี่เหลี่ยมผืนผ้า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สี่เหลี่ยมผืนผ้ามุมมน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ชื่อเรื่องรอง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h-TH" smtClean="0"/>
              <a:t>คลิกเพื่อแก้ไขลักษณะชื่อเรื่องรองต้นแบบ</a:t>
            </a:r>
            <a:endParaRPr kumimoji="0" lang="en-US"/>
          </a:p>
        </p:txBody>
      </p:sp>
      <p:sp>
        <p:nvSpPr>
          <p:cNvPr id="28" name="ตัวแทนวันที่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CB28-A1F4-4CBC-9917-3A3EA54D818C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17" name="ตัวแทนท้ายกระดา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ตัวแทนหมายเลขภาพนิ่ง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101D18A1-DDA9-4355-82DA-E8753833D2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สี่เหลี่ยมผืนผ้า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สี่เหลี่ยมผืนผ้า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ชื่อเรื่อง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th-TH" smtClean="0"/>
              <a:t>คลิกเพื่อแก้ไขลักษณะชื่อเรื่องต้นแบบ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h-TH" smtClean="0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CB28-A1F4-4CBC-9917-3A3EA54D818C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D18A1-DDA9-4355-82DA-E8753833D2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ตัวแทนเนื้อหา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 smtClean="0"/>
              <a:t>ระดับที่สอง</a:t>
            </a:r>
          </a:p>
          <a:p>
            <a:pPr lvl="2" eaLnBrk="1" latinLnBrk="0" hangingPunct="1"/>
            <a:r>
              <a:rPr lang="th-TH" smtClean="0"/>
              <a:t>ระดับที่สาม</a:t>
            </a:r>
          </a:p>
          <a:p>
            <a:pPr lvl="3" eaLnBrk="1" latinLnBrk="0" hangingPunct="1"/>
            <a:r>
              <a:rPr lang="th-TH" smtClean="0"/>
              <a:t>ระดับที่สี่</a:t>
            </a:r>
          </a:p>
          <a:p>
            <a:pPr lvl="4" eaLnBrk="1" latinLnBrk="0" hangingPunct="1"/>
            <a:r>
              <a:rPr lang="th-TH" smtClean="0"/>
              <a:t>ระดับที่ห้า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ส่วนหัวของส่วน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สี่เหลี่ยมผืนผ้า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สี่เหลี่ยมผืนผ้ามุมมน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th-TH" smtClean="0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CB28-A1F4-4CBC-9917-3A3EA54D818C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สี่เหลี่ยมผืนผ้า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สี่เหลี่ยมผืนผ้า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สี่เหลี่ยมผืนผ้า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01D18A1-DDA9-4355-82DA-E8753833D29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h-TH" smtClean="0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CB28-A1F4-4CBC-9917-3A3EA54D818C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D18A1-DDA9-4355-82DA-E8753833D2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ตัวแทนเนื้อหา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 smtClean="0"/>
              <a:t>ระดับที่สอง</a:t>
            </a:r>
          </a:p>
          <a:p>
            <a:pPr lvl="2" eaLnBrk="1" latinLnBrk="0" hangingPunct="1"/>
            <a:r>
              <a:rPr lang="th-TH" smtClean="0"/>
              <a:t>ระดับที่สาม</a:t>
            </a:r>
          </a:p>
          <a:p>
            <a:pPr lvl="3" eaLnBrk="1" latinLnBrk="0" hangingPunct="1"/>
            <a:r>
              <a:rPr lang="th-TH" smtClean="0"/>
              <a:t>ระดับที่สี่</a:t>
            </a:r>
          </a:p>
          <a:p>
            <a:pPr lvl="4" eaLnBrk="1" latinLnBrk="0" hangingPunct="1"/>
            <a:r>
              <a:rPr lang="th-TH" smtClean="0"/>
              <a:t>ระดับที่ห้า</a:t>
            </a:r>
            <a:endParaRPr kumimoji="0" lang="en-US"/>
          </a:p>
        </p:txBody>
      </p:sp>
      <p:sp>
        <p:nvSpPr>
          <p:cNvPr id="11" name="ตัวแทนเนื้อหา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 smtClean="0"/>
              <a:t>ระดับที่สอง</a:t>
            </a:r>
          </a:p>
          <a:p>
            <a:pPr lvl="2" eaLnBrk="1" latinLnBrk="0" hangingPunct="1"/>
            <a:r>
              <a:rPr lang="th-TH" smtClean="0"/>
              <a:t>ระดับที่สาม</a:t>
            </a:r>
          </a:p>
          <a:p>
            <a:pPr lvl="3" eaLnBrk="1" latinLnBrk="0" hangingPunct="1"/>
            <a:r>
              <a:rPr lang="th-TH" smtClean="0"/>
              <a:t>ระดับที่สี่</a:t>
            </a:r>
          </a:p>
          <a:p>
            <a:pPr lvl="4" eaLnBrk="1" latinLnBrk="0" hangingPunct="1"/>
            <a:r>
              <a:rPr lang="th-TH" smtClean="0"/>
              <a:t>ระดับที่ห้า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th-TH" smtClean="0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7" name="ตัวแทน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CB28-A1F4-4CBC-9917-3A3EA54D818C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8" name="ตัวแทน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ตัวแทนหมายเลขภาพนิ่ง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D18A1-DDA9-4355-82DA-E8753833D2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ตัวแทนเนื้อหา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 smtClean="0"/>
              <a:t>ระดับที่สอง</a:t>
            </a:r>
          </a:p>
          <a:p>
            <a:pPr lvl="2" eaLnBrk="1" latinLnBrk="0" hangingPunct="1"/>
            <a:r>
              <a:rPr lang="th-TH" smtClean="0"/>
              <a:t>ระดับที่สาม</a:t>
            </a:r>
          </a:p>
          <a:p>
            <a:pPr lvl="3" eaLnBrk="1" latinLnBrk="0" hangingPunct="1"/>
            <a:r>
              <a:rPr lang="th-TH" smtClean="0"/>
              <a:t>ระดับที่สี่</a:t>
            </a:r>
          </a:p>
          <a:p>
            <a:pPr lvl="4" eaLnBrk="1" latinLnBrk="0" hangingPunct="1"/>
            <a:r>
              <a:rPr lang="th-TH" smtClean="0"/>
              <a:t>ระดับที่ห้า</a:t>
            </a:r>
            <a:endParaRPr kumimoji="0" lang="en-US"/>
          </a:p>
        </p:txBody>
      </p:sp>
      <p:sp>
        <p:nvSpPr>
          <p:cNvPr id="13" name="ตัวแทนเนื้อหา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 smtClean="0"/>
              <a:t>ระดับที่สอง</a:t>
            </a:r>
          </a:p>
          <a:p>
            <a:pPr lvl="2" eaLnBrk="1" latinLnBrk="0" hangingPunct="1"/>
            <a:r>
              <a:rPr lang="th-TH" smtClean="0"/>
              <a:t>ระดับที่สาม</a:t>
            </a:r>
          </a:p>
          <a:p>
            <a:pPr lvl="3" eaLnBrk="1" latinLnBrk="0" hangingPunct="1"/>
            <a:r>
              <a:rPr lang="th-TH" smtClean="0"/>
              <a:t>ระดับที่สี่</a:t>
            </a:r>
          </a:p>
          <a:p>
            <a:pPr lvl="4" eaLnBrk="1" latinLnBrk="0" hangingPunct="1"/>
            <a:r>
              <a:rPr lang="th-TH" smtClean="0"/>
              <a:t>ระดับที่ห้า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h-TH" smtClean="0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CB28-A1F4-4CBC-9917-3A3EA54D818C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4" name="ตัวแทน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ตัวแทนหมายเลขภาพนิ่ง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D18A1-DDA9-4355-82DA-E8753833D2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CB28-A1F4-4CBC-9917-3A3EA54D818C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3" name="ตัวแทน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D18A1-DDA9-4355-82DA-E8753833D2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สี่เหลี่ยมผืนผ้า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สี่เหลี่ยมผืนผ้ามุมมน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th-TH" smtClean="0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CB28-A1F4-4CBC-9917-3A3EA54D818C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D18A1-DDA9-4355-82DA-E8753833D2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ตัวแทนเนื้อหา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 smtClean="0"/>
              <a:t>ระดับที่สอง</a:t>
            </a:r>
          </a:p>
          <a:p>
            <a:pPr lvl="2" eaLnBrk="1" latinLnBrk="0" hangingPunct="1"/>
            <a:r>
              <a:rPr lang="th-TH" smtClean="0"/>
              <a:t>ระดับที่สาม</a:t>
            </a:r>
          </a:p>
          <a:p>
            <a:pPr lvl="3" eaLnBrk="1" latinLnBrk="0" hangingPunct="1"/>
            <a:r>
              <a:rPr lang="th-TH" smtClean="0"/>
              <a:t>ระดับที่สี่</a:t>
            </a:r>
          </a:p>
          <a:p>
            <a:pPr lvl="4" eaLnBrk="1" latinLnBrk="0" hangingPunct="1"/>
            <a:r>
              <a:rPr lang="th-TH" smtClean="0"/>
              <a:t>ระดับที่ห้า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th-TH" smtClean="0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CB28-A1F4-4CBC-9917-3A3EA54D818C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01D18A1-DDA9-4355-82DA-E8753833D2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สี่เหลี่ยมผืนผ้า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สี่เหลี่ยมผืนผ้า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สี่เหลี่ยมผืนผ้า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ตัวแทนรูปภาพ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th-TH" smtClean="0"/>
              <a:t>คลิกไอคอนเพื่อเพิ่มรูปภาพ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h-TH" smtClean="0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 smtClean="0"/>
              <a:t>ระดับที่สอง</a:t>
            </a:r>
          </a:p>
          <a:p>
            <a:pPr lvl="2" eaLnBrk="1" latinLnBrk="0" hangingPunct="1"/>
            <a:r>
              <a:rPr lang="th-TH" smtClean="0"/>
              <a:t>ระดับที่สาม</a:t>
            </a:r>
          </a:p>
          <a:p>
            <a:pPr lvl="3" eaLnBrk="1" latinLnBrk="0" hangingPunct="1"/>
            <a:r>
              <a:rPr lang="th-TH" smtClean="0"/>
              <a:t>ระดับที่สี่</a:t>
            </a:r>
          </a:p>
          <a:p>
            <a:pPr lvl="4" eaLnBrk="1" latinLnBrk="0" hangingPunct="1"/>
            <a:r>
              <a:rPr lang="th-TH" smtClean="0"/>
              <a:t>ระดับที่ห้า</a:t>
            </a:r>
            <a:endParaRPr kumimoji="0" lang="en-US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CB28-A1F4-4CBC-9917-3A3EA54D818C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D18A1-DDA9-4355-82DA-E8753833D2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th-TH" smtClean="0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 smtClean="0"/>
              <a:t>ระดับที่สอง</a:t>
            </a:r>
          </a:p>
          <a:p>
            <a:pPr lvl="2" eaLnBrk="1" latinLnBrk="0" hangingPunct="1"/>
            <a:r>
              <a:rPr lang="th-TH" smtClean="0"/>
              <a:t>ระดับที่สาม</a:t>
            </a:r>
          </a:p>
          <a:p>
            <a:pPr lvl="3" eaLnBrk="1" latinLnBrk="0" hangingPunct="1"/>
            <a:r>
              <a:rPr lang="th-TH" smtClean="0"/>
              <a:t>ระดับที่สี่</a:t>
            </a:r>
          </a:p>
          <a:p>
            <a:pPr lvl="4" eaLnBrk="1" latinLnBrk="0" hangingPunct="1"/>
            <a:r>
              <a:rPr lang="th-TH" smtClean="0"/>
              <a:t>ระดับที่ห้า</a:t>
            </a:r>
            <a:endParaRPr kumimoji="0" lang="en-US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CB28-A1F4-4CBC-9917-3A3EA54D818C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D18A1-DDA9-4355-82DA-E8753833D2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สี่เหลี่ยมผืนผ้า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สี่เหลี่ยมผืนผ้ามุมมน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ตัวแทนชื่อเรื่อง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th-TH" smtClean="0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13" name="ตัวแทนข้อความ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th-TH" smtClean="0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kumimoji="0" lang="th-TH" smtClean="0"/>
              <a:t>ระดับที่สอง</a:t>
            </a:r>
          </a:p>
          <a:p>
            <a:pPr lvl="2" eaLnBrk="1" latinLnBrk="0" hangingPunct="1"/>
            <a:r>
              <a:rPr kumimoji="0" lang="th-TH" smtClean="0"/>
              <a:t>ระดับที่สาม</a:t>
            </a:r>
          </a:p>
          <a:p>
            <a:pPr lvl="3" eaLnBrk="1" latinLnBrk="0" hangingPunct="1"/>
            <a:r>
              <a:rPr kumimoji="0" lang="th-TH" smtClean="0"/>
              <a:t>ระดับที่สี่</a:t>
            </a:r>
          </a:p>
          <a:p>
            <a:pPr lvl="4" eaLnBrk="1" latinLnBrk="0" hangingPunct="1"/>
            <a:r>
              <a:rPr kumimoji="0" lang="th-TH" smtClean="0"/>
              <a:t>ระดับที่ห้า</a:t>
            </a:r>
            <a:endParaRPr kumimoji="0" lang="en-US"/>
          </a:p>
        </p:txBody>
      </p:sp>
      <p:sp>
        <p:nvSpPr>
          <p:cNvPr id="14" name="ตัวแทนวันที่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74FCB28-A1F4-4CBC-9917-3A3EA54D818C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3" name="ตัวแทนท้ายกระดาษ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ตัวแทนหมายเลขภาพนิ่ง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01D18A1-DDA9-4355-82DA-E8753833D29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รูปภาพ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162300"/>
            <a:ext cx="8305800" cy="24765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7772400" cy="1470025"/>
          </a:xfrm>
        </p:spPr>
        <p:txBody>
          <a:bodyPr>
            <a:normAutofit/>
          </a:bodyPr>
          <a:lstStyle/>
          <a:p>
            <a:r>
              <a:rPr lang="en-US" sz="5400" b="1" dirty="0" err="1" smtClean="0">
                <a:ln>
                  <a:solidFill>
                    <a:schemeClr val="tx1"/>
                  </a:solidFill>
                </a:ln>
                <a:latin typeface="Arial Black" pitchFamily="34" charset="0"/>
              </a:rPr>
              <a:t>Devops-WebApp</a:t>
            </a:r>
            <a:endParaRPr lang="en-US" sz="5400" b="1" dirty="0">
              <a:ln>
                <a:solidFill>
                  <a:schemeClr val="tx1"/>
                </a:solidFill>
              </a:ln>
              <a:latin typeface="Arial Black" pitchFamily="34" charset="0"/>
            </a:endParaRP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655" y="3986112"/>
            <a:ext cx="4372232" cy="838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873314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สี่เหลี่ยมผืนผ้า 9"/>
          <p:cNvSpPr/>
          <p:nvPr/>
        </p:nvSpPr>
        <p:spPr>
          <a:xfrm>
            <a:off x="76200" y="533400"/>
            <a:ext cx="5105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533400" y="563562"/>
            <a:ext cx="1371600" cy="884238"/>
          </a:xfrm>
        </p:spPr>
        <p:txBody>
          <a:bodyPr>
            <a:normAutofit/>
          </a:bodyPr>
          <a:lstStyle/>
          <a:p>
            <a:r>
              <a:rPr lang="th-TH" sz="4400" b="1" dirty="0" smtClean="0">
                <a:solidFill>
                  <a:schemeClr val="bg1"/>
                </a:solidFill>
                <a:latin typeface="TH Sarabun New" pitchFamily="34" charset="-34"/>
                <a:cs typeface="TH Sarabun New" pitchFamily="34" charset="-34"/>
              </a:rPr>
              <a:t>สมาชิก</a:t>
            </a:r>
            <a:endParaRPr lang="en-US" sz="4400" b="1" dirty="0">
              <a:solidFill>
                <a:schemeClr val="bg1"/>
              </a:solidFill>
              <a:latin typeface="TH Sarabun New" pitchFamily="34" charset="-34"/>
              <a:cs typeface="TH Sarabun New" pitchFamily="34" charset="-34"/>
            </a:endParaRP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quarter" idx="1"/>
          </p:nvPr>
        </p:nvSpPr>
        <p:spPr>
          <a:xfrm>
            <a:off x="914400" y="1828800"/>
            <a:ext cx="7772400" cy="17526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th-TH" sz="3200" dirty="0" smtClean="0">
                <a:latin typeface="TH Sarabun New" pitchFamily="34" charset="-34"/>
                <a:cs typeface="TH Sarabun New" pitchFamily="34" charset="-34"/>
              </a:rPr>
              <a:t>นาย</a:t>
            </a:r>
            <a:r>
              <a:rPr lang="th-TH" sz="3200" dirty="0" err="1" smtClean="0">
                <a:latin typeface="TH Sarabun New" pitchFamily="34" charset="-34"/>
                <a:cs typeface="TH Sarabun New" pitchFamily="34" charset="-34"/>
              </a:rPr>
              <a:t>นัฐ</a:t>
            </a:r>
            <a:r>
              <a:rPr lang="th-TH" sz="3200" dirty="0" smtClean="0">
                <a:latin typeface="TH Sarabun New" pitchFamily="34" charset="-34"/>
                <a:cs typeface="TH Sarabun New" pitchFamily="34" charset="-34"/>
              </a:rPr>
              <a:t>พล </a:t>
            </a:r>
            <a:r>
              <a:rPr lang="th-TH" sz="3200" dirty="0" err="1" smtClean="0">
                <a:latin typeface="TH Sarabun New" pitchFamily="34" charset="-34"/>
                <a:cs typeface="TH Sarabun New" pitchFamily="34" charset="-34"/>
              </a:rPr>
              <a:t>นน</a:t>
            </a:r>
            <a:r>
              <a:rPr lang="th-TH" sz="3200" dirty="0" smtClean="0">
                <a:latin typeface="TH Sarabun New" pitchFamily="34" charset="-34"/>
                <a:cs typeface="TH Sarabun New" pitchFamily="34" charset="-34"/>
              </a:rPr>
              <a:t>ทะศรี  </a:t>
            </a:r>
            <a:r>
              <a:rPr lang="en-US" sz="3200" dirty="0" smtClean="0">
                <a:latin typeface="TH Sarabun New" pitchFamily="34" charset="-34"/>
                <a:cs typeface="TH Sarabun New" pitchFamily="34" charset="-34"/>
              </a:rPr>
              <a:t>6040202424</a:t>
            </a:r>
          </a:p>
          <a:p>
            <a:pPr marL="514350" indent="-514350">
              <a:buFont typeface="+mj-lt"/>
              <a:buAutoNum type="arabicPeriod"/>
            </a:pPr>
            <a:r>
              <a:rPr lang="th-TH" sz="3200" dirty="0" smtClean="0">
                <a:latin typeface="TH Sarabun New" pitchFamily="34" charset="-34"/>
                <a:cs typeface="TH Sarabun New" pitchFamily="34" charset="-34"/>
              </a:rPr>
              <a:t>นาย</a:t>
            </a:r>
            <a:r>
              <a:rPr lang="th-TH" sz="3200" dirty="0" err="1" smtClean="0">
                <a:latin typeface="TH Sarabun New" pitchFamily="34" charset="-34"/>
                <a:cs typeface="TH Sarabun New" pitchFamily="34" charset="-34"/>
              </a:rPr>
              <a:t>อนพัทย์</a:t>
            </a:r>
            <a:r>
              <a:rPr lang="th-TH" sz="3200" dirty="0" smtClean="0">
                <a:latin typeface="TH Sarabun New" pitchFamily="34" charset="-34"/>
                <a:cs typeface="TH Sarabun New" pitchFamily="34" charset="-34"/>
              </a:rPr>
              <a:t> </a:t>
            </a:r>
            <a:r>
              <a:rPr lang="th-TH" sz="3200" dirty="0" err="1" smtClean="0">
                <a:latin typeface="TH Sarabun New" pitchFamily="34" charset="-34"/>
                <a:cs typeface="TH Sarabun New" pitchFamily="34" charset="-34"/>
              </a:rPr>
              <a:t>รัตน</a:t>
            </a:r>
            <a:r>
              <a:rPr lang="th-TH" sz="3200" dirty="0" smtClean="0">
                <a:latin typeface="TH Sarabun New" pitchFamily="34" charset="-34"/>
                <a:cs typeface="TH Sarabun New" pitchFamily="34" charset="-34"/>
              </a:rPr>
              <a:t>คำ  </a:t>
            </a:r>
            <a:r>
              <a:rPr lang="en-US" sz="3200" dirty="0" smtClean="0">
                <a:latin typeface="TH Sarabun New" pitchFamily="34" charset="-34"/>
                <a:cs typeface="TH Sarabun New" pitchFamily="34" charset="-34"/>
              </a:rPr>
              <a:t>6040205377</a:t>
            </a:r>
          </a:p>
          <a:p>
            <a:pPr marL="514350" indent="-514350">
              <a:buFont typeface="+mj-lt"/>
              <a:buAutoNum type="arabicPeriod"/>
            </a:pPr>
            <a:r>
              <a:rPr lang="th-TH" sz="3200" dirty="0" smtClean="0">
                <a:latin typeface="TH Sarabun New" pitchFamily="34" charset="-34"/>
                <a:cs typeface="TH Sarabun New" pitchFamily="34" charset="-34"/>
              </a:rPr>
              <a:t>นาย</a:t>
            </a:r>
            <a:r>
              <a:rPr lang="th-TH" sz="3200" dirty="0" err="1" smtClean="0">
                <a:latin typeface="TH Sarabun New" pitchFamily="34" charset="-34"/>
                <a:cs typeface="TH Sarabun New" pitchFamily="34" charset="-34"/>
              </a:rPr>
              <a:t>ณัฐ</a:t>
            </a:r>
            <a:r>
              <a:rPr lang="th-TH" sz="3200" dirty="0" smtClean="0">
                <a:latin typeface="TH Sarabun New" pitchFamily="34" charset="-34"/>
                <a:cs typeface="TH Sarabun New" pitchFamily="34" charset="-34"/>
              </a:rPr>
              <a:t>พล โรจน์รุ่ง</a:t>
            </a:r>
            <a:r>
              <a:rPr lang="th-TH" sz="3200" dirty="0" err="1" smtClean="0">
                <a:latin typeface="TH Sarabun New" pitchFamily="34" charset="-34"/>
                <a:cs typeface="TH Sarabun New" pitchFamily="34" charset="-34"/>
              </a:rPr>
              <a:t>สถิตย์</a:t>
            </a:r>
            <a:r>
              <a:rPr lang="th-TH" sz="3200" dirty="0" smtClean="0">
                <a:latin typeface="TH Sarabun New" pitchFamily="34" charset="-34"/>
                <a:cs typeface="TH Sarabun New" pitchFamily="34" charset="-34"/>
              </a:rPr>
              <a:t>  </a:t>
            </a:r>
            <a:r>
              <a:rPr lang="en-US" sz="3200" dirty="0" smtClean="0">
                <a:latin typeface="TH Sarabun New" pitchFamily="34" charset="-34"/>
                <a:cs typeface="TH Sarabun New" pitchFamily="34" charset="-34"/>
              </a:rPr>
              <a:t>6040206241</a:t>
            </a:r>
            <a:endParaRPr lang="en-US" sz="3200" dirty="0">
              <a:latin typeface="TH Sarabun New" pitchFamily="34" charset="-34"/>
              <a:cs typeface="TH Sarabun New" pitchFamily="34" charset="-34"/>
            </a:endParaRP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406" y="5486400"/>
            <a:ext cx="923924" cy="923924"/>
          </a:xfrm>
          <a:prstGeom prst="rect">
            <a:avLst/>
          </a:prstGeom>
        </p:spPr>
      </p:pic>
      <p:pic>
        <p:nvPicPr>
          <p:cNvPr id="5" name="รูปภาพ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5564980"/>
            <a:ext cx="1533524" cy="766762"/>
          </a:xfrm>
          <a:prstGeom prst="rect">
            <a:avLst/>
          </a:prstGeom>
        </p:spPr>
      </p:pic>
      <p:pic>
        <p:nvPicPr>
          <p:cNvPr id="6" name="รูปภาพ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847" y="5264943"/>
            <a:ext cx="1600201" cy="1366838"/>
          </a:xfrm>
          <a:prstGeom prst="rect">
            <a:avLst/>
          </a:prstGeom>
        </p:spPr>
      </p:pic>
      <p:pic>
        <p:nvPicPr>
          <p:cNvPr id="8" name="รูปภาพ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368" y="5514580"/>
            <a:ext cx="1676832" cy="867564"/>
          </a:xfrm>
          <a:prstGeom prst="rect">
            <a:avLst/>
          </a:prstGeom>
        </p:spPr>
      </p:pic>
      <p:pic>
        <p:nvPicPr>
          <p:cNvPr id="9" name="รูปภาพ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5412579"/>
            <a:ext cx="1071563" cy="107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6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สี่เหลี่ยมผืนผ้า 41"/>
          <p:cNvSpPr/>
          <p:nvPr/>
        </p:nvSpPr>
        <p:spPr>
          <a:xfrm>
            <a:off x="76200" y="401782"/>
            <a:ext cx="4841933" cy="969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92322" y="572869"/>
            <a:ext cx="31890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Arial Black" pitchFamily="34" charset="0"/>
              </a:rPr>
              <a:t>Coffee shop</a:t>
            </a:r>
            <a:endParaRPr lang="en-US" sz="36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98422" y="2650866"/>
            <a:ext cx="992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entury" pitchFamily="18" charset="0"/>
              </a:rPr>
              <a:t>Login</a:t>
            </a:r>
            <a:endParaRPr lang="en-US" sz="2400" dirty="0">
              <a:latin typeface="Century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86613" y="2650865"/>
            <a:ext cx="2199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entury" pitchFamily="18" charset="0"/>
              </a:rPr>
              <a:t>Product detail</a:t>
            </a:r>
            <a:endParaRPr lang="en-US" sz="2400" dirty="0">
              <a:latin typeface="Century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19600" y="4231016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entury" pitchFamily="18" charset="0"/>
              </a:rPr>
              <a:t>Cart</a:t>
            </a:r>
            <a:endParaRPr lang="en-US" sz="2400" dirty="0">
              <a:latin typeface="Century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16847" y="5334000"/>
            <a:ext cx="1202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entury" pitchFamily="18" charset="0"/>
              </a:rPr>
              <a:t>Invoice</a:t>
            </a:r>
            <a:endParaRPr lang="en-US" sz="2400" dirty="0">
              <a:latin typeface="Century" pitchFamily="18" charset="0"/>
            </a:endParaRPr>
          </a:p>
        </p:txBody>
      </p:sp>
      <p:cxnSp>
        <p:nvCxnSpPr>
          <p:cNvPr id="12" name="ลูกศรเชื่อมต่อแบบตรง 11"/>
          <p:cNvCxnSpPr/>
          <p:nvPr/>
        </p:nvCxnSpPr>
        <p:spPr>
          <a:xfrm>
            <a:off x="3962400" y="3276600"/>
            <a:ext cx="685800" cy="914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ลูกศรเชื่อมต่อแบบตรง 17"/>
          <p:cNvCxnSpPr/>
          <p:nvPr/>
        </p:nvCxnSpPr>
        <p:spPr>
          <a:xfrm>
            <a:off x="4856766" y="4794585"/>
            <a:ext cx="0" cy="48891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ลูกศรเชื่อมต่อแบบตรง 20"/>
          <p:cNvCxnSpPr/>
          <p:nvPr/>
        </p:nvCxnSpPr>
        <p:spPr>
          <a:xfrm flipH="1">
            <a:off x="4337330" y="2895600"/>
            <a:ext cx="108622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3399" y="5486400"/>
            <a:ext cx="27991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Century" pitchFamily="18" charset="0"/>
              </a:rPr>
              <a:t>Admin : </a:t>
            </a:r>
            <a:r>
              <a:rPr lang="en-US" sz="2400" dirty="0" smtClean="0">
                <a:latin typeface="Century" pitchFamily="18" charset="0"/>
              </a:rPr>
              <a:t>Summary</a:t>
            </a:r>
            <a:endParaRPr lang="en-US" sz="2400" dirty="0">
              <a:latin typeface="Century" pitchFamily="18" charset="0"/>
            </a:endParaRPr>
          </a:p>
        </p:txBody>
      </p:sp>
      <p:cxnSp>
        <p:nvCxnSpPr>
          <p:cNvPr id="27" name="ลูกศรเชื่อมต่อแบบตรง 26"/>
          <p:cNvCxnSpPr/>
          <p:nvPr/>
        </p:nvCxnSpPr>
        <p:spPr>
          <a:xfrm flipH="1" flipV="1">
            <a:off x="1029689" y="2209800"/>
            <a:ext cx="3161312" cy="3124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1752600"/>
            <a:ext cx="992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entury" pitchFamily="18" charset="0"/>
              </a:rPr>
              <a:t>Index</a:t>
            </a:r>
            <a:endParaRPr lang="en-US" sz="2400" dirty="0">
              <a:latin typeface="Century" pitchFamily="18" charset="0"/>
            </a:endParaRPr>
          </a:p>
        </p:txBody>
      </p:sp>
      <p:sp>
        <p:nvSpPr>
          <p:cNvPr id="31" name="กระป๋อง 30"/>
          <p:cNvSpPr/>
          <p:nvPr/>
        </p:nvSpPr>
        <p:spPr>
          <a:xfrm>
            <a:off x="6686433" y="4224010"/>
            <a:ext cx="1828799" cy="1571655"/>
          </a:xfrm>
          <a:prstGeom prst="ca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Century" pitchFamily="18" charset="0"/>
              </a:rPr>
              <a:t>Database </a:t>
            </a:r>
          </a:p>
          <a:p>
            <a:pPr algn="ctr"/>
            <a:r>
              <a:rPr lang="en-US" dirty="0" smtClean="0">
                <a:latin typeface="Century" pitchFamily="18" charset="0"/>
              </a:rPr>
              <a:t>ER Diagram</a:t>
            </a:r>
            <a:endParaRPr lang="en-US" dirty="0">
              <a:latin typeface="Century" pitchFamily="18" charset="0"/>
            </a:endParaRPr>
          </a:p>
        </p:txBody>
      </p:sp>
      <p:cxnSp>
        <p:nvCxnSpPr>
          <p:cNvPr id="34" name="ลูกศรเชื่อมต่อแบบตรง 33"/>
          <p:cNvCxnSpPr>
            <a:endCxn id="7" idx="1"/>
          </p:cNvCxnSpPr>
          <p:nvPr/>
        </p:nvCxnSpPr>
        <p:spPr>
          <a:xfrm>
            <a:off x="1678379" y="2117466"/>
            <a:ext cx="1520043" cy="76423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536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2743200"/>
            <a:ext cx="8229600" cy="1371600"/>
          </a:xfrm>
        </p:spPr>
        <p:txBody>
          <a:bodyPr>
            <a:noAutofit/>
          </a:bodyPr>
          <a:lstStyle/>
          <a:p>
            <a:r>
              <a:rPr lang="th-TH" sz="7200" b="1" dirty="0" smtClean="0">
                <a:solidFill>
                  <a:schemeClr val="tx1"/>
                </a:solidFill>
                <a:latin typeface="TH Sarabun New" pitchFamily="34" charset="-34"/>
                <a:cs typeface="TH Sarabun New" pitchFamily="34" charset="-34"/>
              </a:rPr>
              <a:t>ต่อไป มาดูตัวเว็บของเรากันครับ</a:t>
            </a:r>
            <a:endParaRPr lang="en-US" sz="7200" b="1" dirty="0">
              <a:solidFill>
                <a:schemeClr val="tx1"/>
              </a:solidFill>
              <a:latin typeface="TH Sarabun New" pitchFamily="34" charset="-34"/>
              <a:cs typeface="TH Sarabun New" pitchFamily="34" charset="-34"/>
            </a:endParaRPr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76200" y="1600200"/>
            <a:ext cx="89916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76200" y="4191000"/>
            <a:ext cx="89916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9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เสมอภาค">
  <a:themeElements>
    <a:clrScheme name="เสมอภาค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เสมอภาค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เสมอภาค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93</TotalTime>
  <Words>44</Words>
  <Application>Microsoft Office PowerPoint</Application>
  <PresentationFormat>นำเสนอทางหน้าจอ (4:3)</PresentationFormat>
  <Paragraphs>15</Paragraphs>
  <Slides>4</Slides>
  <Notes>0</Notes>
  <HiddenSlides>0</HiddenSlides>
  <MMClips>0</MMClips>
  <ScaleCrop>false</ScaleCrop>
  <HeadingPairs>
    <vt:vector size="4" baseType="variant">
      <vt:variant>
        <vt:lpstr>ชุดรูปแบบ</vt:lpstr>
      </vt:variant>
      <vt:variant>
        <vt:i4>1</vt:i4>
      </vt:variant>
      <vt:variant>
        <vt:lpstr>ชื่อเรื่องภาพนิ่ง</vt:lpstr>
      </vt:variant>
      <vt:variant>
        <vt:i4>4</vt:i4>
      </vt:variant>
    </vt:vector>
  </HeadingPairs>
  <TitlesOfParts>
    <vt:vector size="5" baseType="lpstr">
      <vt:lpstr>เสมอภาค</vt:lpstr>
      <vt:lpstr>Devops-WebApp</vt:lpstr>
      <vt:lpstr>สมาชิก</vt:lpstr>
      <vt:lpstr>งานนำเสนอ PowerPoint</vt:lpstr>
      <vt:lpstr>ต่อไป มาดูตัวเว็บของเรากันครับ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Devops-WebApp</dc:title>
  <dc:creator>Windows User</dc:creator>
  <cp:lastModifiedBy>Windows User</cp:lastModifiedBy>
  <cp:revision>9</cp:revision>
  <dcterms:created xsi:type="dcterms:W3CDTF">2020-04-30T03:18:37Z</dcterms:created>
  <dcterms:modified xsi:type="dcterms:W3CDTF">2020-04-30T04:52:18Z</dcterms:modified>
</cp:coreProperties>
</file>